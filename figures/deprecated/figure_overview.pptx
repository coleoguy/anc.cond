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8" r:id="rId3"/>
    <p:sldId id="262" r:id="rId4"/>
    <p:sldId id="256" r:id="rId5"/>
    <p:sldId id="257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 McConnell" userId="c879f9b530a4a8ef" providerId="LiveId" clId="{EEE61486-0C36-4C9F-8DDF-56891260361C}"/>
    <pc:docChg chg="undo custSel addSld modSld sldOrd">
      <pc:chgData name="Meg McConnell" userId="c879f9b530a4a8ef" providerId="LiveId" clId="{EEE61486-0C36-4C9F-8DDF-56891260361C}" dt="2026-04-29T15:19:57.904" v="28" actId="1076"/>
      <pc:docMkLst>
        <pc:docMk/>
      </pc:docMkLst>
      <pc:sldChg chg="addSp modSp new mod">
        <pc:chgData name="Meg McConnell" userId="c879f9b530a4a8ef" providerId="LiveId" clId="{EEE61486-0C36-4C9F-8DDF-56891260361C}" dt="2026-04-29T15:19:57.904" v="28" actId="1076"/>
        <pc:sldMkLst>
          <pc:docMk/>
          <pc:sldMk cId="2763598328" sldId="263"/>
        </pc:sldMkLst>
        <pc:spChg chg="mod">
          <ac:chgData name="Meg McConnell" userId="c879f9b530a4a8ef" providerId="LiveId" clId="{EEE61486-0C36-4C9F-8DDF-56891260361C}" dt="2026-04-29T15:19:55.867" v="25" actId="20577"/>
          <ac:spMkLst>
            <pc:docMk/>
            <pc:sldMk cId="2763598328" sldId="263"/>
            <ac:spMk id="2" creationId="{52A179AE-958C-F5D2-C2BF-FEAB35FCA205}"/>
          </ac:spMkLst>
        </pc:spChg>
        <pc:picChg chg="add mod">
          <ac:chgData name="Meg McConnell" userId="c879f9b530a4a8ef" providerId="LiveId" clId="{EEE61486-0C36-4C9F-8DDF-56891260361C}" dt="2026-04-29T15:19:57.904" v="28" actId="1076"/>
          <ac:picMkLst>
            <pc:docMk/>
            <pc:sldMk cId="2763598328" sldId="263"/>
            <ac:picMk id="5" creationId="{111B7EC7-68F6-9619-E72B-53347C1231C5}"/>
          </ac:picMkLst>
        </pc:picChg>
      </pc:sldChg>
      <pc:sldChg chg="addSp modSp new mod ord">
        <pc:chgData name="Meg McConnell" userId="c879f9b530a4a8ef" providerId="LiveId" clId="{EEE61486-0C36-4C9F-8DDF-56891260361C}" dt="2026-04-21T19:10:18.103" v="14" actId="14100"/>
        <pc:sldMkLst>
          <pc:docMk/>
          <pc:sldMk cId="4185927260" sldId="264"/>
        </pc:sldMkLst>
        <pc:picChg chg="add mod">
          <ac:chgData name="Meg McConnell" userId="c879f9b530a4a8ef" providerId="LiveId" clId="{EEE61486-0C36-4C9F-8DDF-56891260361C}" dt="2026-04-21T19:10:18.103" v="14" actId="14100"/>
          <ac:picMkLst>
            <pc:docMk/>
            <pc:sldMk cId="4185927260" sldId="264"/>
            <ac:picMk id="5" creationId="{1EF7F272-735B-9136-A3C9-2D3CF333F69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1BE14-2557-AE68-1ED1-3D4C8FCB1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4BE3E-4DA2-68DC-B5C3-0D714E262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883B9-C831-0E9C-DBDC-4FDDA4694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FE4CC-B10F-C264-759D-E064175A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3979D-1380-3586-721F-79C7E939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74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1C932-5E83-7A0D-50BB-CFA83E64B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8D1DA-C72B-C6A2-BAED-64C633EFB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44291-56C1-25EF-62AC-BD814A209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C0CEA-5CEC-4162-4487-88BC0F305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EAD2F-F3EA-A9ED-2906-E327048F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76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DB7B-7976-088E-9849-86F02EBA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049D5-BD57-36D7-E235-4112E7B64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55159-77FE-277B-6538-574DFF59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053A8-EEB5-3316-DCD8-7699F5CC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162A0-FD6A-C3C2-AFD2-4FAEBDAD5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41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73EFB-603A-73FD-B1AA-E3E1B278A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93A0A-B8E3-8ABD-93BC-004FC541F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F693F-ACF5-C2E5-1E1B-BCD46638D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4DA68-94D8-1D16-43DE-F8976D0A6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066D3-D7DA-0CE1-1CDF-A290CB79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973B6-6DF5-4371-EC97-F43DB14D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70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CD5BA-CFEF-75AD-C1D1-C3BC7B71F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ADD9C-9E7D-FAC5-F68F-EEDEE9531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D6D9A-DB02-8B7F-AE43-9E940548E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3B171-9A28-F1DB-A437-BF8F4F709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E63CD2-2E92-F631-32F5-DD6C5F51C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CAD41F-C90B-1BB5-A60C-6A92E48F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6D12E3-A06B-5011-8BC7-E54218E08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2E563F-9202-DE60-F2EA-EC1FA2DEC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9F19A-C968-CEF8-9676-0D271F3B6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85E002-EA7D-B1AF-6DFB-971442827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18268-1E8E-6BD7-86BD-1FC8E159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B404D-7942-1961-C2DA-B6CC582D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2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BDDC5B-9F9B-0C81-41DC-A1104486C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9638E-ACFE-EFFE-02DF-56142C45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0E5D1-9B4A-54CA-248C-4432D5C5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71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E89A7-D28C-D69B-BC1A-15ABF313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56B44-A434-7CBE-7ABA-4F4075F2D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44681-84DC-B6AC-1170-819BA1699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9DDB3-6676-915F-AEE4-0F294E85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0FDDE-1289-91F8-E4BB-683FB0E95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122FB-CBFE-DCAB-E948-0A8745CC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88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0C98-57C9-D6A3-5E63-09E13C8A3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4911A4-8EB2-D307-4A39-9BD698CEB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368BE-A57D-29FB-92CF-4B1D70118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D50EC-574F-1178-650B-76E566BE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0A8F6-2D2A-E978-B471-CDC90A6C0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F6447-B8FE-D5D8-DC73-C01DC4EB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7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A42A-167F-DFF9-9EF4-FB64D3B3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BAFC9-CF9D-F7C2-B101-172F8304B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925E8-22FD-49A7-E55B-660152CC3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8E2CD-B489-D82C-3DC6-DC03869D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E8D2A-43BC-2463-9125-D02CB96D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8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014A7-1F42-6A64-4337-292E31928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5B058-9E56-5251-1FAD-820A742FE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4BD66-7A4F-03BE-4FA6-D095FE26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7B017-6355-BEF4-3DB8-F858DCFFB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C6F89-8940-F89B-1959-A00AC5C0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60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021748-D2D8-E7B0-04BF-0A8B2CBB7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06CCB-02EC-9B31-2966-F9E3FC02F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583C9-FFAC-ACBE-63C2-21F8E467ED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0D02B-E79C-FE42-0F82-D32B40D33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43439-6146-5329-4D3C-0440B0A39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6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61F64-6A52-EB35-A4BF-A2A14341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F305B-4BFA-68BD-783D-06810D677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F7F272-735B-9136-A3C9-2D3CF333F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014" y="157453"/>
            <a:ext cx="6740266" cy="651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2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00BCC-420F-923B-F04B-ADDDCF3F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490B9E-8A09-1FFB-5934-472BD0C4C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387" y="131979"/>
            <a:ext cx="8071225" cy="672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1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FA863-EA79-D88E-F170-C3B11E8B1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CF25E-515E-DBB6-4877-BC15E2F89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3A2486-7FC5-007E-636A-126045001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155" y="124690"/>
            <a:ext cx="6721240" cy="649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55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38F2-2BC2-7241-E992-1E8FEE2D58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064B08-BF4C-F32B-C245-AEB3CE376E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EC5DD7-9CC1-99E9-721C-7D014E35B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57390"/>
            <a:ext cx="914401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967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724BF-640A-47AE-D377-49CE23C7C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9338-AA31-1264-9C53-2FAC00A1A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692B07-61A2-C42E-B320-704C9F46D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503" y="0"/>
            <a:ext cx="8229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7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AC9249D-8D3C-8334-0143-EB56B4943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631" y="334171"/>
            <a:ext cx="914401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92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5D72D-C4EE-2220-8B5E-39EA71B4B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3E758-72DA-5D20-4B44-2917DECA1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8AEF00-B012-87DC-5A43-9187F9D37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22707"/>
            <a:ext cx="10425173" cy="521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12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179AE-958C-F5D2-C2BF-FEAB35FCA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A97D2-EAFC-D27F-9D5C-50F4534E5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B7EC7-68F6-9619-E72B-53347C123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61" y="614454"/>
            <a:ext cx="9760629" cy="556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98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 McConnell</dc:creator>
  <cp:lastModifiedBy>Meg McConnell</cp:lastModifiedBy>
  <cp:revision>2</cp:revision>
  <dcterms:created xsi:type="dcterms:W3CDTF">2026-04-21T16:27:24Z</dcterms:created>
  <dcterms:modified xsi:type="dcterms:W3CDTF">2026-04-29T15:20:00Z</dcterms:modified>
</cp:coreProperties>
</file>