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-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 McConnell" userId="c879f9b530a4a8ef" providerId="LiveId" clId="{EEE61486-0C36-4C9F-8DDF-56891260361C}"/>
    <pc:docChg chg="modSld">
      <pc:chgData name="Meg McConnell" userId="c879f9b530a4a8ef" providerId="LiveId" clId="{EEE61486-0C36-4C9F-8DDF-56891260361C}" dt="2026-05-07T17:39:31.435" v="0" actId="1076"/>
      <pc:docMkLst>
        <pc:docMk/>
      </pc:docMkLst>
      <pc:sldChg chg="modSp mod">
        <pc:chgData name="Meg McConnell" userId="c879f9b530a4a8ef" providerId="LiveId" clId="{EEE61486-0C36-4C9F-8DDF-56891260361C}" dt="2026-05-07T17:39:31.435" v="0" actId="1076"/>
        <pc:sldMkLst>
          <pc:docMk/>
          <pc:sldMk cId="2328576955" sldId="256"/>
        </pc:sldMkLst>
        <pc:grpChg chg="mod">
          <ac:chgData name="Meg McConnell" userId="c879f9b530a4a8ef" providerId="LiveId" clId="{EEE61486-0C36-4C9F-8DDF-56891260361C}" dt="2026-05-07T17:39:31.435" v="0" actId="1076"/>
          <ac:grpSpMkLst>
            <pc:docMk/>
            <pc:sldMk cId="2328576955" sldId="256"/>
            <ac:grpSpMk id="30" creationId="{6C292239-379A-AE28-11D3-5C80210452C3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7021-CA28-9746-18D7-41555C6B7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A06C55-7966-7C0A-7D17-3DC224930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96AF8-8F7D-5205-10C9-929BCF34F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898D-DE78-4E38-9765-84258314C14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8FB34-F606-CAAC-69DF-1E140276C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01FB1-A841-DF0F-36A5-9B2EAB855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7FDD-4730-4D82-973F-F85069C46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165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BF7DB-9FBE-9CCC-1C20-5D428A64A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E5C12-BC2F-4756-1159-A98037321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9BBA0-0639-07A0-7C32-2573FC41D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898D-DE78-4E38-9765-84258314C14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D5D3A-AC01-F5B6-BBFD-025A3E3E3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8044A-21DA-01EB-DCCE-4DB18B51E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7FDD-4730-4D82-973F-F85069C46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728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8BE0-006C-7CAA-1B66-502DD276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9E6BC-5604-EFED-791A-C7B250EDD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8A60F-8A3E-9A9E-248D-65D205AE2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898D-DE78-4E38-9765-84258314C14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7C2F5-6FEF-30D0-732D-1BEC879D5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05E95-A236-59AC-95A4-EC7649517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7FDD-4730-4D82-973F-F85069C46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40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3A96-ECD1-BE6E-EA63-446A1B39F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AB835-AE52-27A8-1C97-0B71192BBE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F37E4-226A-68C7-3E46-416CA70A1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CC7A8-9953-B503-52F4-8A2DD5182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898D-DE78-4E38-9765-84258314C14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2FECE-73C0-239C-64C4-396CB14D8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FEAD1A-4742-C5B5-87B2-B4932F40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7FDD-4730-4D82-973F-F85069C46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533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FD7DC-81E4-A1DB-8D33-E4D2B9DD2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AAB55-A9E5-E466-5EC7-0EBDCE813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9CB7CE-AC3A-2868-DCD0-FCE999355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7E108F-691D-4A90-4999-1CCAA7474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9BB1C1-E6DF-EBA4-E12E-89C58D7287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47DB90-6673-3F92-0E7B-6193AD2D5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898D-DE78-4E38-9765-84258314C14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054FA4-DE1A-6E2D-3EE0-B3B7B1C6C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336305-B01A-404A-7FE5-D24D6E048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7FDD-4730-4D82-973F-F85069C46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937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D0E0A-6EBD-7AE2-FA20-6178E557C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CCE6F-98C4-B68C-C9D4-D25A2C3AC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898D-DE78-4E38-9765-84258314C14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0AC110-1E2D-A579-2C0C-77B87BB05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460420-2E0D-0F43-7866-B98A3AC88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7FDD-4730-4D82-973F-F85069C46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99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BB6F98-1EF5-6128-1081-1470D969D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898D-DE78-4E38-9765-84258314C14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5A2C88-36BB-B7A2-55CA-0CC625B1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BB969-256B-A838-6A9F-E647485CF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7FDD-4730-4D82-973F-F85069C46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91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2EABF-4BD4-15E1-ACB8-39DC6F0BE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396CB-E75D-784F-B663-8495C9A76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465A3-A791-492D-E99F-98FF93E7D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67185-62CC-7391-59EE-2BA44A832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898D-DE78-4E38-9765-84258314C14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B7FE1-C524-7179-D484-594E10853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6B429-64E8-DE5E-9DCD-E51BD208D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7FDD-4730-4D82-973F-F85069C46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88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A5CEE-442C-DBD7-4BD1-6FBBB69E0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7FDEF2-F16A-97F2-5D0A-0F8343ECA3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07E32-9328-625A-41D6-0C7822941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893CD-BA3D-CCDF-6184-ACF3026D2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898D-DE78-4E38-9765-84258314C14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21F77-663C-56D2-D805-71B76E4E6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47CBA-C62D-39E2-10B6-BDFE38FD4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7FDD-4730-4D82-973F-F85069C46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771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03357-4C80-538D-B676-B5A8C20CF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518F30-F7BC-138B-D098-DBC2A32EB5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A5390-50AE-55C2-0383-096055566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898D-DE78-4E38-9765-84258314C14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48413-CC01-2ED4-CDDA-F5E18C2E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02D32-EFF7-7224-C469-88D2EDD88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7FDD-4730-4D82-973F-F85069C46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727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F13F4-258A-139C-9126-360184B79E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8C2938-0A9A-0646-BEA9-FF5819371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5D771-0F78-2366-B026-F18FB9840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2898D-DE78-4E38-9765-84258314C14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91A73-D2DC-1EA1-89F3-CF865CE97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29BCA-5D35-1CD1-7607-7077A647C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67FDD-4730-4D82-973F-F85069C46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060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5B1545-FF23-94D0-9227-CFB3F4EC8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909C9-EEE7-B82A-2064-BEFA5E716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0AD23-165F-3103-3CBA-B1E58B44F0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12898D-DE78-4E38-9765-84258314C146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5B6F1-BEF4-72D1-670D-E5C4F4F21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A08AE-E065-1D64-F89A-350ABC42FA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767FDD-4730-4D82-973F-F85069C46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05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25BDFF3-3C24-0667-D2F4-334072C7FB59}"/>
              </a:ext>
            </a:extLst>
          </p:cNvPr>
          <p:cNvGrpSpPr/>
          <p:nvPr/>
        </p:nvGrpSpPr>
        <p:grpSpPr>
          <a:xfrm>
            <a:off x="1533247" y="-120265"/>
            <a:ext cx="3793817" cy="3614179"/>
            <a:chOff x="5942763" y="300991"/>
            <a:chExt cx="5897681" cy="574482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1731913-EC23-DC68-2438-FBB8ACA95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/>
            </a:blip>
            <a:srcRect b="3978"/>
            <a:stretch>
              <a:fillRect/>
            </a:stretch>
          </p:blipFill>
          <p:spPr>
            <a:xfrm>
              <a:off x="5942763" y="300991"/>
              <a:ext cx="5897681" cy="574482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E79AFC-7E2C-9685-5B88-5F37EA224935}"/>
                </a:ext>
              </a:extLst>
            </p:cNvPr>
            <p:cNvSpPr/>
            <p:nvPr/>
          </p:nvSpPr>
          <p:spPr>
            <a:xfrm>
              <a:off x="6096000" y="365125"/>
              <a:ext cx="855406" cy="50011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26638EB-4EF2-673F-009D-EE283AE34D30}"/>
              </a:ext>
            </a:extLst>
          </p:cNvPr>
          <p:cNvGrpSpPr/>
          <p:nvPr/>
        </p:nvGrpSpPr>
        <p:grpSpPr>
          <a:xfrm>
            <a:off x="1499332" y="3429000"/>
            <a:ext cx="3924430" cy="3800034"/>
            <a:chOff x="260429" y="623070"/>
            <a:chExt cx="6188036" cy="599603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4370959-A276-D04A-6A69-AF7820F05DC2}"/>
                </a:ext>
              </a:extLst>
            </p:cNvPr>
            <p:cNvGrpSpPr/>
            <p:nvPr/>
          </p:nvGrpSpPr>
          <p:grpSpPr>
            <a:xfrm>
              <a:off x="260429" y="623070"/>
              <a:ext cx="6188036" cy="5996038"/>
              <a:chOff x="6003964" y="544138"/>
              <a:chExt cx="6188036" cy="5996038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D1E0A005-61E7-83EE-5901-8FD8B58B7F01}"/>
                  </a:ext>
                </a:extLst>
              </p:cNvPr>
              <p:cNvGrpSpPr/>
              <p:nvPr/>
            </p:nvGrpSpPr>
            <p:grpSpPr>
              <a:xfrm>
                <a:off x="6003964" y="544138"/>
                <a:ext cx="6035563" cy="5480412"/>
                <a:chOff x="6003964" y="544138"/>
                <a:chExt cx="6035563" cy="5480412"/>
              </a:xfrm>
            </p:grpSpPr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55007F2C-10CB-8F84-62D1-DAFD37110A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t="4494"/>
                <a:stretch>
                  <a:fillRect/>
                </a:stretch>
              </p:blipFill>
              <p:spPr>
                <a:xfrm>
                  <a:off x="6003964" y="544138"/>
                  <a:ext cx="6035563" cy="5480412"/>
                </a:xfrm>
                <a:prstGeom prst="rect">
                  <a:avLst/>
                </a:prstGeom>
              </p:spPr>
            </p:pic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5EB2AD40-C075-437E-3FA8-72F813375425}"/>
                    </a:ext>
                  </a:extLst>
                </p:cNvPr>
                <p:cNvSpPr/>
                <p:nvPr/>
              </p:nvSpPr>
              <p:spPr>
                <a:xfrm>
                  <a:off x="6225113" y="544138"/>
                  <a:ext cx="855405" cy="50011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C1D586-1AD6-9AAB-B1C6-D29D77E223E9}"/>
                  </a:ext>
                </a:extLst>
              </p:cNvPr>
              <p:cNvSpPr/>
              <p:nvPr/>
            </p:nvSpPr>
            <p:spPr>
              <a:xfrm>
                <a:off x="6003964" y="5889098"/>
                <a:ext cx="6188036" cy="6510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Star: 6 Points 16">
              <a:extLst>
                <a:ext uri="{FF2B5EF4-FFF2-40B4-BE49-F238E27FC236}">
                  <a16:creationId xmlns:a16="http://schemas.microsoft.com/office/drawing/2014/main" id="{C33F2D6F-969B-11D9-1A13-DDA7F5890B28}"/>
                </a:ext>
              </a:extLst>
            </p:cNvPr>
            <p:cNvSpPr/>
            <p:nvPr/>
          </p:nvSpPr>
          <p:spPr>
            <a:xfrm>
              <a:off x="5457845" y="4078012"/>
              <a:ext cx="209292" cy="241739"/>
            </a:xfrm>
            <a:prstGeom prst="star6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Star: 6 Points 17">
              <a:extLst>
                <a:ext uri="{FF2B5EF4-FFF2-40B4-BE49-F238E27FC236}">
                  <a16:creationId xmlns:a16="http://schemas.microsoft.com/office/drawing/2014/main" id="{D8FCB32F-C815-217D-B2AC-748DCCA1B6F7}"/>
                </a:ext>
              </a:extLst>
            </p:cNvPr>
            <p:cNvSpPr/>
            <p:nvPr/>
          </p:nvSpPr>
          <p:spPr>
            <a:xfrm>
              <a:off x="5110688" y="1919179"/>
              <a:ext cx="209015" cy="261230"/>
            </a:xfrm>
            <a:prstGeom prst="star6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Star: 6 Points 18">
              <a:extLst>
                <a:ext uri="{FF2B5EF4-FFF2-40B4-BE49-F238E27FC236}">
                  <a16:creationId xmlns:a16="http://schemas.microsoft.com/office/drawing/2014/main" id="{0658B5D7-6BE1-9F8B-6E87-ED4F8336C23D}"/>
                </a:ext>
              </a:extLst>
            </p:cNvPr>
            <p:cNvSpPr/>
            <p:nvPr/>
          </p:nvSpPr>
          <p:spPr>
            <a:xfrm>
              <a:off x="4020707" y="5307106"/>
              <a:ext cx="214962" cy="252866"/>
            </a:xfrm>
            <a:prstGeom prst="star6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79513B3-F390-7D92-9CF0-332F47FC9984}"/>
              </a:ext>
            </a:extLst>
          </p:cNvPr>
          <p:cNvGrpSpPr/>
          <p:nvPr/>
        </p:nvGrpSpPr>
        <p:grpSpPr>
          <a:xfrm>
            <a:off x="6288473" y="73876"/>
            <a:ext cx="3924430" cy="3800034"/>
            <a:chOff x="6003964" y="544138"/>
            <a:chExt cx="6188036" cy="5996038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1D80BF1-8788-13C1-C855-9F18FC41FBD6}"/>
                </a:ext>
              </a:extLst>
            </p:cNvPr>
            <p:cNvGrpSpPr/>
            <p:nvPr/>
          </p:nvGrpSpPr>
          <p:grpSpPr>
            <a:xfrm>
              <a:off x="6003964" y="544138"/>
              <a:ext cx="6035563" cy="5480412"/>
              <a:chOff x="6003964" y="544138"/>
              <a:chExt cx="6035563" cy="5480412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4F6F244C-0373-F63C-9800-48F079983D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rcRect t="4494"/>
              <a:stretch>
                <a:fillRect/>
              </a:stretch>
            </p:blipFill>
            <p:spPr>
              <a:xfrm>
                <a:off x="6003964" y="544138"/>
                <a:ext cx="6035563" cy="5480412"/>
              </a:xfrm>
              <a:prstGeom prst="rect">
                <a:avLst/>
              </a:prstGeom>
            </p:spPr>
          </p:pic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8646B2F-AC7C-C2C3-7E64-03CDD85766C1}"/>
                  </a:ext>
                </a:extLst>
              </p:cNvPr>
              <p:cNvSpPr/>
              <p:nvPr/>
            </p:nvSpPr>
            <p:spPr>
              <a:xfrm>
                <a:off x="6225113" y="544138"/>
                <a:ext cx="855405" cy="5001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C8C15C5-4C22-B277-D226-67F7E6DF55CB}"/>
                </a:ext>
              </a:extLst>
            </p:cNvPr>
            <p:cNvSpPr/>
            <p:nvPr/>
          </p:nvSpPr>
          <p:spPr>
            <a:xfrm>
              <a:off x="6003964" y="5889098"/>
              <a:ext cx="6188036" cy="6510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C292239-379A-AE28-11D3-5C80210452C3}"/>
              </a:ext>
            </a:extLst>
          </p:cNvPr>
          <p:cNvGrpSpPr/>
          <p:nvPr/>
        </p:nvGrpSpPr>
        <p:grpSpPr>
          <a:xfrm>
            <a:off x="5811562" y="2971214"/>
            <a:ext cx="4401341" cy="4195587"/>
            <a:chOff x="6212820" y="104567"/>
            <a:chExt cx="6096526" cy="5739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9808EE3-9006-4BF4-3F65-04473F6EABCC}"/>
                </a:ext>
              </a:extLst>
            </p:cNvPr>
            <p:cNvGrpSpPr/>
            <p:nvPr/>
          </p:nvGrpSpPr>
          <p:grpSpPr>
            <a:xfrm>
              <a:off x="6212820" y="104567"/>
              <a:ext cx="6096526" cy="5739641"/>
              <a:chOff x="5952139" y="234536"/>
              <a:chExt cx="6096526" cy="5739641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AC7EC95-443F-E1BF-8130-AE5B71450863}"/>
                  </a:ext>
                </a:extLst>
              </p:cNvPr>
              <p:cNvGrpSpPr/>
              <p:nvPr/>
            </p:nvGrpSpPr>
            <p:grpSpPr>
              <a:xfrm>
                <a:off x="5952139" y="559124"/>
                <a:ext cx="6096526" cy="5415053"/>
                <a:chOff x="6095472" y="823054"/>
                <a:chExt cx="6096527" cy="5415053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22F0D98B-5457-3C4A-AF7B-FDA14DFE9115}"/>
                    </a:ext>
                  </a:extLst>
                </p:cNvPr>
                <p:cNvGrpSpPr/>
                <p:nvPr/>
              </p:nvGrpSpPr>
              <p:grpSpPr>
                <a:xfrm>
                  <a:off x="6095472" y="823054"/>
                  <a:ext cx="6096527" cy="5415053"/>
                  <a:chOff x="6095472" y="537625"/>
                  <a:chExt cx="6096527" cy="5415053"/>
                </a:xfrm>
              </p:grpSpPr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9CF6DB9A-90BC-D465-34B4-B74B48CB1CB1}"/>
                      </a:ext>
                    </a:extLst>
                  </p:cNvPr>
                  <p:cNvSpPr/>
                  <p:nvPr/>
                </p:nvSpPr>
                <p:spPr>
                  <a:xfrm>
                    <a:off x="6095472" y="537625"/>
                    <a:ext cx="855406" cy="50011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40" name="Picture 39">
                    <a:extLst>
                      <a:ext uri="{FF2B5EF4-FFF2-40B4-BE49-F238E27FC236}">
                        <a16:creationId xmlns:a16="http://schemas.microsoft.com/office/drawing/2014/main" id="{A1520198-5242-2000-ADFE-08B7CCBA56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rcRect l="9116" t="8485" b="3142"/>
                  <a:stretch>
                    <a:fillRect/>
                  </a:stretch>
                </p:blipFill>
                <p:spPr>
                  <a:xfrm>
                    <a:off x="6651200" y="854575"/>
                    <a:ext cx="5540799" cy="5098103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CDE8ACD5-2B48-11A7-9E89-42402BD485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39672" y="1233959"/>
                  <a:ext cx="0" cy="3962509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0578EBA-9B77-0162-25C3-64F26F4692DA}"/>
                  </a:ext>
                </a:extLst>
              </p:cNvPr>
              <p:cNvSpPr/>
              <p:nvPr/>
            </p:nvSpPr>
            <p:spPr>
              <a:xfrm rot="20672268">
                <a:off x="6166904" y="234536"/>
                <a:ext cx="1529760" cy="72739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E05B19F-756F-17DD-0D60-A01B09D56E45}"/>
                </a:ext>
              </a:extLst>
            </p:cNvPr>
            <p:cNvSpPr/>
            <p:nvPr/>
          </p:nvSpPr>
          <p:spPr>
            <a:xfrm>
              <a:off x="10352690" y="929269"/>
              <a:ext cx="1486844" cy="6577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54931DE7-6BED-ECE7-D288-E1E8B009D93E}"/>
              </a:ext>
            </a:extLst>
          </p:cNvPr>
          <p:cNvSpPr txBox="1"/>
          <p:nvPr/>
        </p:nvSpPr>
        <p:spPr>
          <a:xfrm>
            <a:off x="1631820" y="73876"/>
            <a:ext cx="44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B74D7E9-E593-F8DD-9BDA-597D0A1EDE0D}"/>
              </a:ext>
            </a:extLst>
          </p:cNvPr>
          <p:cNvSpPr txBox="1"/>
          <p:nvPr/>
        </p:nvSpPr>
        <p:spPr>
          <a:xfrm>
            <a:off x="6039992" y="52753"/>
            <a:ext cx="44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063D93D-05E6-A431-9D36-A95AD4166D19}"/>
              </a:ext>
            </a:extLst>
          </p:cNvPr>
          <p:cNvSpPr txBox="1"/>
          <p:nvPr/>
        </p:nvSpPr>
        <p:spPr>
          <a:xfrm>
            <a:off x="1583334" y="3463041"/>
            <a:ext cx="44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1010EF-046D-160B-6733-55799087FBEE}"/>
              </a:ext>
            </a:extLst>
          </p:cNvPr>
          <p:cNvSpPr txBox="1"/>
          <p:nvPr/>
        </p:nvSpPr>
        <p:spPr>
          <a:xfrm>
            <a:off x="6039366" y="3479605"/>
            <a:ext cx="44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64FC113-01A1-88CA-A095-A80BBBF5EB05}"/>
              </a:ext>
            </a:extLst>
          </p:cNvPr>
          <p:cNvGrpSpPr/>
          <p:nvPr/>
        </p:nvGrpSpPr>
        <p:grpSpPr>
          <a:xfrm>
            <a:off x="1651732" y="2500974"/>
            <a:ext cx="6047939" cy="4880460"/>
            <a:chOff x="6003964" y="-1160656"/>
            <a:chExt cx="9536382" cy="770083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9CFF9998-3FA4-36BA-0BC8-11ABD8A8D3D2}"/>
                </a:ext>
              </a:extLst>
            </p:cNvPr>
            <p:cNvGrpSpPr/>
            <p:nvPr/>
          </p:nvGrpSpPr>
          <p:grpSpPr>
            <a:xfrm>
              <a:off x="6225113" y="-1160656"/>
              <a:ext cx="9315233" cy="2204908"/>
              <a:chOff x="6225113" y="-1160656"/>
              <a:chExt cx="9315233" cy="2204908"/>
            </a:xfrm>
          </p:grpSpPr>
          <p:pic>
            <p:nvPicPr>
              <p:cNvPr id="53" name="Picture 52">
                <a:extLst>
                  <a:ext uri="{FF2B5EF4-FFF2-40B4-BE49-F238E27FC236}">
                    <a16:creationId xmlns:a16="http://schemas.microsoft.com/office/drawing/2014/main" id="{CA0ABAF1-F58F-A107-0385-53AD03BE9D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77401" r="66796"/>
              <a:stretch>
                <a:fillRect/>
              </a:stretch>
            </p:blipFill>
            <p:spPr>
              <a:xfrm>
                <a:off x="13536320" y="-1160656"/>
                <a:ext cx="2004026" cy="1296783"/>
              </a:xfrm>
              <a:prstGeom prst="rect">
                <a:avLst/>
              </a:prstGeom>
            </p:spPr>
          </p:pic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041963C1-C558-F8A8-90D1-C81F0C22C61F}"/>
                  </a:ext>
                </a:extLst>
              </p:cNvPr>
              <p:cNvSpPr/>
              <p:nvPr/>
            </p:nvSpPr>
            <p:spPr>
              <a:xfrm>
                <a:off x="6225113" y="544138"/>
                <a:ext cx="855405" cy="50011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708C96C-0DC7-59DF-8105-8E1E07C9FE11}"/>
                </a:ext>
              </a:extLst>
            </p:cNvPr>
            <p:cNvSpPr/>
            <p:nvPr/>
          </p:nvSpPr>
          <p:spPr>
            <a:xfrm>
              <a:off x="6003964" y="5889098"/>
              <a:ext cx="6188036" cy="6510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857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 McConnell</dc:creator>
  <cp:lastModifiedBy>Meg McConnell</cp:lastModifiedBy>
  <cp:revision>1</cp:revision>
  <dcterms:created xsi:type="dcterms:W3CDTF">2026-05-07T17:37:55Z</dcterms:created>
  <dcterms:modified xsi:type="dcterms:W3CDTF">2026-05-07T17:39:34Z</dcterms:modified>
</cp:coreProperties>
</file>